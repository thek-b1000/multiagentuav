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B2C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Opponent-conditioned specialization under policy sharing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 →  teachers  →  shared student  →  crossover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C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914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Regimes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C3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325880"/>
            <a:ext cx="2697480" cy="91440"/>
          </a:xfrm>
          <a:prstGeom prst="rect">
            <a:avLst/>
          </a:prstGeom>
          <a:solidFill>
            <a:srgbClr val="0E6B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8328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Teachers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13258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C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325880"/>
            <a:ext cx="2697480" cy="91440"/>
          </a:xfrm>
          <a:prstGeom prst="rect">
            <a:avLst/>
          </a:prstGeom>
          <a:solidFill>
            <a:srgbClr val="1A4A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Distill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06840" y="1325880"/>
            <a:ext cx="2697480" cy="45720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2C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006840" y="1325880"/>
            <a:ext cx="2697480" cy="91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0" y="1508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Test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35808" y="3383280"/>
            <a:ext cx="237744" cy="292608"/>
          </a:xfrm>
          <a:prstGeom prst="rightArrow">
            <a:avLst/>
          </a:prstGeom>
          <a:solidFill>
            <a:srgbClr val="5C7A86"/>
          </a:solidFill>
          <a:ln/>
        </p:spPr>
      </p:sp>
      <p:sp>
        <p:nvSpPr>
          <p:cNvPr id="18" name="Shape 16"/>
          <p:cNvSpPr/>
          <p:nvPr/>
        </p:nvSpPr>
        <p:spPr>
          <a:xfrm>
            <a:off x="5916168" y="3383280"/>
            <a:ext cx="237744" cy="292608"/>
          </a:xfrm>
          <a:prstGeom prst="rightArrow">
            <a:avLst/>
          </a:prstGeom>
          <a:solidFill>
            <a:srgbClr val="5C7A86"/>
          </a:solidFill>
          <a:ln/>
        </p:spPr>
      </p:sp>
      <p:sp>
        <p:nvSpPr>
          <p:cNvPr id="19" name="Shape 17"/>
          <p:cNvSpPr/>
          <p:nvPr/>
        </p:nvSpPr>
        <p:spPr>
          <a:xfrm>
            <a:off x="8796528" y="3383280"/>
            <a:ext cx="237744" cy="292608"/>
          </a:xfrm>
          <a:prstGeom prst="rightArrow">
            <a:avLst/>
          </a:prstGeom>
          <a:solidFill>
            <a:srgbClr val="5C7A8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2148840"/>
            <a:ext cx="777240" cy="77724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874520" y="2148840"/>
            <a:ext cx="777240" cy="7772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8745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0632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51560" y="3520440"/>
            <a:ext cx="320040" cy="320040"/>
          </a:xfrm>
          <a:prstGeom prst="ellipse">
            <a:avLst/>
          </a:prstGeom>
          <a:solidFill>
            <a:srgbClr val="0E6B7A"/>
          </a:solidFill>
          <a:ln/>
        </p:spPr>
      </p:sp>
      <p:sp>
        <p:nvSpPr>
          <p:cNvPr id="26" name="Shape 24"/>
          <p:cNvSpPr/>
          <p:nvPr/>
        </p:nvSpPr>
        <p:spPr>
          <a:xfrm>
            <a:off x="1417320" y="3520440"/>
            <a:ext cx="320040" cy="320040"/>
          </a:xfrm>
          <a:prstGeom prst="ellipse">
            <a:avLst/>
          </a:prstGeom>
          <a:solidFill>
            <a:srgbClr val="0E6B7A"/>
          </a:solidFill>
          <a:ln/>
        </p:spPr>
      </p:sp>
      <p:sp>
        <p:nvSpPr>
          <p:cNvPr id="27" name="Shape 25"/>
          <p:cNvSpPr/>
          <p:nvPr/>
        </p:nvSpPr>
        <p:spPr>
          <a:xfrm>
            <a:off x="1783080" y="3520440"/>
            <a:ext cx="320040" cy="320040"/>
          </a:xfrm>
          <a:prstGeom prst="ellipse">
            <a:avLst/>
          </a:prstGeom>
          <a:solidFill>
            <a:srgbClr val="0E6B7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2920" y="4069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team, two worlds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709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choice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matter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74720" y="210312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0E6B7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0" y="2176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0" y="2560320"/>
            <a:ext cx="8686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657600" y="2560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2560320"/>
            <a:ext cx="8686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663440" y="25603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474720" y="3383280"/>
            <a:ext cx="2240280" cy="1051560"/>
          </a:xfrm>
          <a:prstGeom prst="roundRect">
            <a:avLst>
              <a:gd name="adj" fmla="val 6957"/>
            </a:avLst>
          </a:prstGeom>
          <a:solidFill>
            <a:srgbClr val="2A9D8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74720" y="34564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π_B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0" y="3840480"/>
            <a:ext cx="8686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657600" y="3840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ATK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3840480"/>
            <a:ext cx="8686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663440" y="3840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3383280" y="4709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roles both sides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ceil(N/3)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0E6B7A"/>
          </a:solidFill>
          <a:ln/>
        </p:spPr>
      </p:sp>
      <p:sp>
        <p:nvSpPr>
          <p:cNvPr id="44" name="Shape 42"/>
          <p:cNvSpPr/>
          <p:nvPr/>
        </p:nvSpPr>
        <p:spPr>
          <a:xfrm>
            <a:off x="8046720" y="21031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5" name="Shape 43"/>
          <p:cNvSpPr/>
          <p:nvPr/>
        </p:nvSpPr>
        <p:spPr>
          <a:xfrm>
            <a:off x="7178040" y="2697480"/>
            <a:ext cx="502920" cy="502920"/>
          </a:xfrm>
          <a:prstGeom prst="downArrow">
            <a:avLst/>
          </a:prstGeom>
          <a:solidFill>
            <a:srgbClr val="5C7A86"/>
          </a:solidFill>
          <a:ln/>
        </p:spPr>
      </p:sp>
      <p:sp>
        <p:nvSpPr>
          <p:cNvPr id="46" name="Shape 44"/>
          <p:cNvSpPr/>
          <p:nvPr/>
        </p:nvSpPr>
        <p:spPr>
          <a:xfrm>
            <a:off x="6400800" y="3337560"/>
            <a:ext cx="2148840" cy="1097280"/>
          </a:xfrm>
          <a:prstGeom prst="roundRect">
            <a:avLst>
              <a:gd name="adj" fmla="val 8333"/>
            </a:avLst>
          </a:prstGeom>
          <a:solidFill>
            <a:srgbClr val="1A4A5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00800" y="34290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 | o, z, r)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0" y="39319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student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537960" y="4709160"/>
            <a:ext cx="1874520" cy="640080"/>
          </a:xfrm>
          <a:prstGeom prst="roundRect">
            <a:avLst>
              <a:gd name="adj" fmla="val 11429"/>
            </a:avLst>
          </a:prstGeom>
          <a:solidFill>
            <a:srgbClr val="5C7A8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537960" y="47091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~75% fewer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params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281160" y="2148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0E6B7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9281160" y="2331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A→A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281160" y="2651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high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0469880" y="2148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C7A8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469880" y="23317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B→A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0469880" y="265176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low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281160" y="333756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C7A8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281160" y="3520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928116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low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469880" y="333756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2A9D8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0469880" y="35204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B→B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10469880" y="384048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high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9144000" y="4617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Δ_A &gt; 0  and  Δ_B &gt; 0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9144000" y="4937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poles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365760" y="6080760"/>
            <a:ext cx="11430000" cy="548640"/>
          </a:xfrm>
          <a:prstGeom prst="roundRect">
            <a:avLst>
              <a:gd name="adj" fmla="val 10000"/>
            </a:avLst>
          </a:prstGeom>
          <a:solidFill>
            <a:srgbClr val="0B2C3A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57200" y="6080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2v2: both sides  ·  4v4: A-side  ·  6v6: B-side  ·  ~75% fewer actor params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abstract (low text)</dc:title>
  <dc:subject>PptxGenJS Presentation</dc:subject>
  <dc:creator>PptxGenJS</dc:creator>
  <cp:lastModifiedBy>PptxGenJS</cp:lastModifiedBy>
  <cp:revision>1</cp:revision>
  <dcterms:created xsi:type="dcterms:W3CDTF">2026-10-06T20:56:59Z</dcterms:created>
  <dcterms:modified xsi:type="dcterms:W3CDTF">2026-10-06T20:56:59Z</dcterms:modified>
</cp:coreProperties>
</file>