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B2C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4630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Capture-the-Flag: scenario and objectives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0292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Blue team of ASVs  ·  two Red opponent regimes  ·  specialize strategy without duplicating the whole policy</a:t>
            </a:r>
            <a:endParaRPr lang="en-US" sz="1300" dirty="0"/>
          </a:p>
        </p:txBody>
      </p:sp>
      <p:pic>
        <p:nvPicPr>
          <p:cNvPr id="5" name="Image 0" descr="K:\MultiAgentUAV\AICTFProject\paper\aamas2027\figures\scenario_maritime_ctf_over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5760720" cy="3246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" y="43434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Blue ASVs must capture Red's flag and return home under partial observability.</a:t>
            </a:r>
            <a:endParaRPr lang="en-US" sz="1200" dirty="0"/>
          </a:p>
        </p:txBody>
      </p:sp>
      <p:pic>
        <p:nvPicPr>
          <p:cNvPr id="7" name="Image 1" descr="K:\MultiAgentUAV\AICTFProject\paper\aamas2027\figures\scenario_regime_ab_boa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51560"/>
            <a:ext cx="5669280" cy="2331720"/>
          </a:xfrm>
          <a:prstGeom prst="rect">
            <a:avLst/>
          </a:prstGeom>
        </p:spPr>
      </p:pic>
      <p:pic>
        <p:nvPicPr>
          <p:cNvPr id="8" name="Image 2" descr="K:\MultiAgentUAV\AICTFProject\paper\aamas2027\figures\scenario_roles_atk_def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520440"/>
            <a:ext cx="5669280" cy="214884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74320" y="4754880"/>
            <a:ext cx="5760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C3A">
                <a:alpha val="10000"/>
              </a:srgbClr>
            </a:outerShdw>
          </a:effectLst>
        </p:spPr>
      </p:sp>
      <p:sp>
        <p:nvSpPr>
          <p:cNvPr id="10" name="Text 5"/>
          <p:cNvSpPr txBox="1"/>
          <p:nvPr/>
        </p:nvSpPr>
        <p:spPr>
          <a:xfrm>
            <a:off x="457200" y="48920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457200" y="52120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A </a:t>
            </a:r>
            <a:pPr indent="0" marL="0">
              <a:buNone/>
            </a:pPr>
            <a:r>
              <a:rPr lang="en-US" sz="1200" dirty="0">
                <a:solidFill>
                  <a:srgbClr val="0B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(broad / passive zone defense) favors a GUARD-style Blue response.
</a:t>
            </a:r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B </a:t>
            </a:r>
            <a:pPr indent="0" marL="0">
              <a:buNone/>
            </a:pPr>
            <a:r>
              <a:rPr lang="en-US" sz="1200" dirty="0">
                <a:solidFill>
                  <a:srgbClr val="0B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(compact / reactive defense) favors a BREACH-style Blue response.
</a:t>
            </a:r>
            <a:pPr indent="0" marL="0">
              <a:buNone/>
            </a:pPr>
            <a:r>
              <a:rPr lang="en-US" sz="1200" dirty="0">
                <a:solidFill>
                  <a:srgbClr val="0B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complementary strategies, then compress them into one shared student </a:t>
            </a:r>
            <a:pPr indent="0" marL="0">
              <a:buNone/>
            </a:pPr>
            <a:r>
              <a:rPr lang="en-US" sz="1200" b="1" dirty="0">
                <a:solidFill>
                  <a:srgbClr val="16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π(a | o, z, r)</a:t>
            </a:r>
            <a:pPr indent="0" marL="0">
              <a:buNone/>
            </a:pPr>
            <a:r>
              <a:rPr lang="en-US" sz="1200" dirty="0">
                <a:solidFill>
                  <a:srgbClr val="0B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the correct strategy wins on each pole.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Assets: scenario_maritime_ctf_overview.jpg · scenario_regime_ab_boats.jpg · scenario_roles_atk_def.jpg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Maritime CTF scenario and objectives</dc:title>
  <dc:subject>PptxGenJS Presentation</dc:subject>
  <dc:creator>PptxGenJS</dc:creator>
  <cp:lastModifiedBy>PptxGenJS</cp:lastModifiedBy>
  <cp:revision>1</cp:revision>
  <dcterms:created xsi:type="dcterms:W3CDTF">2026-10-06T21:24:38Z</dcterms:created>
  <dcterms:modified xsi:type="dcterms:W3CDTF">2026-10-06T21:24:38Z</dcterms:modified>
</cp:coreProperties>
</file>